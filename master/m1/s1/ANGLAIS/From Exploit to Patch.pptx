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8A07D6-7107-4337-A124-E3DACA9BAD25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FB6A6-BB94-43B5-8888-38856DEDFD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5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2526BE-7FCB-4A10-9719-3D08CF00B8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3423C-3D7A-4739-97DE-1F780A2178B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9B2474-9E5D-43D9-AAC8-0B0BA1ADAF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8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AAED9A-B283-4121-93E7-B75FE37BEF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400C1A-50F8-435E-88D1-A7F624E150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AB4C39-552D-4A43-ADE7-9502F8A9FE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1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254C70-1CD1-4346-A2AC-D042045A652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FB4A37-5FBD-460C-9972-C9CB80A8D1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EBA767-D5B3-4932-87AB-47C5E6B6E4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4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97CCA7-B868-44A4-AC51-D9B1A23AF1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5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C6658-BB41-454B-B767-F139B3FAF61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6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CB063D-3199-4975-ADA9-7BD719C6DD6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17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BF592-5F5D-4516-B988-A3CDAB1E56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8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1F782-407E-49DD-B5A7-1EAFB51EA7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9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CDB2EE-76A2-4DB6-952B-C2B71C76A18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0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DF5BED-4A35-4A4F-9956-82ED194388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21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8F6B8-BA75-47CA-89C8-86491D4E2F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2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2D3F84-7F06-41C1-9725-5D55B0430F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3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0D552F-AE4B-442C-9418-83285EC601F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24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F14377-DFAC-4A5D-ACC8-6E40DC4AB0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-4762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14440" y="4343400"/>
            <a:ext cx="41144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25"/>
          </p:nvPr>
        </p:nvSpPr>
        <p:spPr>
          <a:xfrm>
            <a:off x="2913120" y="8685360"/>
            <a:ext cx="22284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BD59D-6938-4A0C-930E-831AB98A78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559880" y="1512720"/>
            <a:ext cx="6023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45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From Exploit to Patch</a:t>
            </a:r>
            <a:endParaRPr b="0" lang="fr-FR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2450880" y="2350800"/>
            <a:ext cx="4241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359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Operationalizing Offensive Security Tests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114000" y="2975760"/>
            <a:ext cx="291564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Ines &amp; Jessy 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The Security Challenge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2124720" y="1440000"/>
            <a:ext cx="4715280" cy="310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Research Question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609480" y="1249560"/>
            <a:ext cx="792432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How can insights from real-world offensive security testing be turned into repeatable, low-overhead remediation workflows?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1958040"/>
            <a:ext cx="7619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Study 1: Understanding Hackers' Work (ESEC/FSE 2023)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Study 2: Security Analysis in 2030 (ACM TOSEM 2025)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5904000" y="2160000"/>
            <a:ext cx="2630160" cy="263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Our Roadmap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Background – Offensive Security 101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Insights from the Field: Common test types &amp; challenges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From Exploit to Patch: Bridging red-team to dev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Automation &amp; Future Trends (2030 outlook)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09480" y="1249560"/>
            <a:ext cx="7924320" cy="1527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09480" y="3006000"/>
            <a:ext cx="7924320" cy="15274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Offense vs. Defense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838080" y="1478160"/>
            <a:ext cx="7616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359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🛡️ Defensive</a:t>
            </a:r>
            <a:endParaRPr b="0" lang="fr-F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838080" y="1798200"/>
            <a:ext cx="76165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"Build it right" – secure coding, code reviews, prevent bugs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838080" y="3234600"/>
            <a:ext cx="7616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359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⚔️ Offensive</a:t>
            </a:r>
            <a:endParaRPr b="0" lang="fr-F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38080" y="3554640"/>
            <a:ext cx="761652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"Break it to fix it" – ethical hackers find flaws before criminals</a:t>
            </a:r>
            <a:endParaRPr b="0" lang="fr-F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Types of Security Tests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rcRect l="0" t="0" r="0" b="18727"/>
          <a:stretch/>
        </p:blipFill>
        <p:spPr>
          <a:xfrm>
            <a:off x="2361600" y="1980000"/>
            <a:ext cx="4658400" cy="30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1"/>
          <p:cNvSpPr/>
          <p:nvPr/>
        </p:nvSpPr>
        <p:spPr>
          <a:xfrm>
            <a:off x="914400" y="1249560"/>
            <a:ext cx="761976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Vulnerability Assessment: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Broad scans (2–4 days, high automation)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Penetration Test: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Deep dive on one target (5–10 days, manual-intensive)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Red-Team Exercise: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Full-scope covert attack (30+ days, large team)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Tools Hackers Use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14400" y="1249560"/>
            <a:ext cx="7619760" cy="19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Burp Suite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– web app testing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Nmap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– network scanning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Nessus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– vulnerability scanning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Metasploit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– exploitation framework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en-US" sz="135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BloodHound</a:t>
            </a: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 – Active Directory mapping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4259880" y="1260000"/>
            <a:ext cx="4560120" cy="16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Why Human Skill Matters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"A fully automated tool cannot replace a pen-tester."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914400" y="1718280"/>
            <a:ext cx="761976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No "magic hack button" exists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Tools generate leads, humans find creative exploits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Human-in-the-loop ensures context-specific insights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rcRect l="0" t="0" r="0" b="14849"/>
          <a:stretch/>
        </p:blipFill>
        <p:spPr>
          <a:xfrm>
            <a:off x="3049560" y="3272400"/>
            <a:ext cx="3070440" cy="140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Hacker Pain Points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1800000" y="1439280"/>
            <a:ext cx="5400000" cy="30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2761200" y="1735560"/>
            <a:ext cx="3621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🎯 Top Web App Risk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2644560" y="2451600"/>
            <a:ext cx="3854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Broken Access Control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2807640" y="3168000"/>
            <a:ext cx="35280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Why pentesters spend most of their time here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DevSecOps Philosophy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"Bake in security, not bolt it on"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914400" y="171828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Weave offensive insights into CI/CD pipelines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Run SAST &amp; DAST tools automatically on code changes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Translate pentest findings into automated tests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Empower "Security Champions" in dev teams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Linking Findings to CI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Write tests that replicate the exploit scenario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Add security rules to catch patterns in code reviews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Use Infrastructure as Code scanning for misconfigs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Result: Every push verifies security requirements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Automation &amp; Fixes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AI-assisted code repair to suggest patches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Incremental analysis runs in minutes, not hours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Dependency scanning flags vulnerable libraries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Goal: Make tools plug-and-play for non-experts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Looking Ahead: 2030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AI-generated code introduces new vulnerabilities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Ecosystem-scale analysis for supply chain security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"Assume breach" design philosophy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Human + AI collaboration for smarter defense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Key Takeaways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Real-world insights matter – understand hacker pain points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Automate tedious tasks, amplify human creativity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Embed security into dev workflows from day one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Collaboration bridges the offense-defense gap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450600" y="1758240"/>
            <a:ext cx="224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🎓 Quiz Time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659400" y="2474640"/>
            <a:ext cx="1824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Test your knowledge!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532320" y="3198600"/>
            <a:ext cx="207900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5 questions covering key concepts</a:t>
            </a:r>
            <a:endParaRPr b="0" lang="fr-F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Q1: Primary Goal of Penetration Test?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914400" y="1249560"/>
            <a:ext cx="761976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A: Proactively find &amp; report vulnerabilities before attackers exploit them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B: Shut down the target system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C: Train the hacker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Q2: Most Time-Consuming Testing Area?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914400" y="1249560"/>
            <a:ext cx="7619760" cy="11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A: Authorization (access control) testing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B: SQL injection scanning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3240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C: Network enumeration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Q3: Silver Bullet Tool?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True or False: One tool can automatically find all vulnerabilities with a single click.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609480" y="171828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Answer: </a:t>
            </a:r>
            <a:r>
              <a:rPr b="1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False!</a:t>
            </a:r>
            <a:r>
              <a:rPr b="0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 No magic button exists.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Q4: SAST in CI Pipeline?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What happens when a serious flaw is found?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09480" y="171828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Answer: </a:t>
            </a:r>
            <a:r>
              <a:rPr b="1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Pipeline fails the build</a:t>
            </a:r>
            <a:r>
              <a:rPr b="0" lang="en-US" sz="1350" strike="noStrike" u="none">
                <a:solidFill>
                  <a:srgbClr val="fbbf24"/>
                </a:solidFill>
                <a:effectLst/>
                <a:uFillTx/>
                <a:latin typeface="Arial"/>
                <a:ea typeface="Arial"/>
              </a:rPr>
              <a:t> and alerts the team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432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Q5: Future Challenge?</a:t>
            </a:r>
            <a:endParaRPr b="0" lang="fr-FR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609480" y="1249560"/>
            <a:ext cx="808308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Name one emerging security challenge for 2030+</a:t>
            </a:r>
            <a:endParaRPr b="0" lang="fr-FR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609480" y="1794600"/>
            <a:ext cx="80830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Possible answers: AI-generated code security • Supply chain scaling • Assume breach design</a:t>
            </a:r>
            <a:endParaRPr b="0" lang="fr-F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2162520" y="1689840"/>
            <a:ext cx="4818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76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From Exploit to Patch</a:t>
            </a:r>
            <a:endParaRPr b="0" lang="fr-F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2876040" y="2543040"/>
            <a:ext cx="3391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Arial"/>
                <a:ea typeface="Arial"/>
              </a:rPr>
              <a:t>Continuous hacking &amp; continuous fixing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3461760" y="3267000"/>
            <a:ext cx="2220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94a3b8"/>
                </a:solidFill>
                <a:effectLst/>
                <a:uFillTx/>
                <a:latin typeface="Arial"/>
                <a:ea typeface="Arial"/>
              </a:rPr>
              <a:t>🚀 Making security a shared journey</a:t>
            </a:r>
            <a:endParaRPr b="0" lang="fr-F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LibreOffice/25.2.6.2$Windows_X86_64 LibreOffice_project/729c5bfe710f5eb71ed3bbde9e06a6065e9c6c5d</Application>
  <AppVersion>15.0000</AppVersion>
  <Words>666</Words>
  <Paragraphs>117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2025-11-22T10:41:25Z</dcterms:created>
  <dc:creator>Perplexity</dc:creator>
  <dc:description/>
  <dc:language>fr-FR</dc:language>
  <cp:lastModifiedBy/>
  <dcterms:modified xsi:type="dcterms:W3CDTF">2025-11-22T16:52:45Z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22</vt:i4>
  </property>
</Properties>
</file>